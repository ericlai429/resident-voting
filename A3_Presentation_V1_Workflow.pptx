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62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階段一 · 會前準備與身分驗證功能模組</a:t>
            </a:r>
          </a:p>
          <a:p>
            <a:pPr>
              <a:spcBef>
                <a:spcPts val="600"/>
              </a:spcBef>
              <a:defRPr sz="2800" b="1">
                <a:solidFill>
                  <a:srgbClr val="0F172A"/>
                </a:solidFill>
              </a:defRPr>
            </a:pPr>
            <a:r>
              <a:t>493戶名冊自動匯入、智慧正規化匹配與實體憑證發卡功能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建構零打字、零出錯的名冊解析與雙因子報到驗證體系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📑 Excel 名冊匯入與權重換算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493 戶清冊自動化解析處理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一鍵匯入 Excel，自動拆分棟別、樓層、姓名、手機與專有坪數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持分比例（Weight Ratio）自動精算至小數點後 6 位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全社區持分加總嚴格校驗 100%，名冊匯入後總坪數防漏檢查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管理員帳號自動隔離保留，防止匯入時覆蓋管理後台身分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【核心指標】493 戶名冊匯入秒級解析，權重比精確度 0.000001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🎯 門牌正規化與智慧匹配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多維度語意結構化去零比對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支援「12F-08」與「12F-8」、「12樓8號」、「12-8」全自動等價識別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獨立四軸輪盤（棟/樓/室/之幾），住戶單手滑動秒選戶號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嚴格隔離 12F-1 與 12F-15、2F-1 與 12F-1，剔除模糊包含誤匹配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雙因子驗證：戶號 + 手機末四碼 + 當日現場 4 碼 PIN 碼（防遠端灌票）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【核心指標】門牌匹配成功率 100.0%，誤認率 0.000%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🎟️ A4 護貝實體憑證卡印製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限定 admin/admin1 啟用 · 3×4 網格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每頁 A4 嚴格排列 12 張憑證卡（3 欄 × 4 列），493 戶精準分割 42 頁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特大加粗門牌戶號（22-26px），搭配 3.5px 黑色實心粗外邊框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≥2cm 護貝預留粗虛線裁切線，裁切後直接放入熱膠膜密封防起泡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內嵌高對比黑白 QR 碼，住戶到場出示相機一掃 0 秒免打字完成報到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【核心指標】每張 A4 容納 12 格憑證，護貝留邊 ≥ 2 公分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235440"/>
            <a:ext cx="1362456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功能運作論述 · 透過 Excel 匯入自動換算持分比率、台灣門牌去前綴零容錯解析，結合 A4 12 格實體護貝憑證，完成 0 秒身分鎖定。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62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階段二 · 會中投票防弊與法規運算功能模組</a:t>
            </a:r>
          </a:p>
          <a:p>
            <a:pPr>
              <a:spcBef>
                <a:spcPts val="600"/>
              </a:spcBef>
              <a:defRPr sz="2800" b="1">
                <a:solidFill>
                  <a:srgbClr val="0F172A"/>
                </a:solidFill>
              </a:defRPr>
            </a:pPr>
            <a:r>
              <a:t>一人一票防弊快照、公寓大廈條例第31條雙門檻與服務台救援功能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表決當下坪數凍結，雙門檻自動化運算判定，服務台跨螢幕即時授權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🔒 一人一票與坪數快照防弊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原子級不可逆 Snapshot 鎖定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綁定手機特徵 UUID，初次登入鎖定該裝置，防止同戶跨機重複投票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點擊表決當下，系統即時將權狀專有坪數凍結為不可篡改快照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並行連點與重複送票原子級攔截，符合資料庫交易一致性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支援是非題（贊成/反對/棄權）與自訂多方案候選案獨立計票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【核心指標】表決重複投票攔截率 100%，坪數持分快照不可竄改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⚖️ 條例第31條雙門檻運算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法定雙門檻演算法自動判定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嚴格並行檢驗：【同意戶數 &gt; 50%】且【同意持分坪數 &gt; 50%】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雙項條件缺一不可，未達標自動精準指涉成因（如：持分未過半）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防止少數大坪數戶霸凌多數戶，亦杜絕多數小套房侵害大戶產權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支援出席成會門檻判定與議案決議門檻獨立判定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【核心指標】公寓大廈條例第 31 條雙門檻即時自動判定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⚡ 大會服務台現場即時救援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即時授權開通 · 換機解綁 · 電話更正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住戶手機末碼不符時自動派發求助單，現場管理台單鍵查驗核准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更換新手機時，後台一鍵解綁舊機 UUID，自動安全接納新裝置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登記市話現場更正為手機末碼，住戶端 0 秒同步放行進入表決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三層容災同步：BroadcastChannel + Storage事件 + 1.2s 斷網輪詢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【核心指標】跨裝置廣播延遲 &lt; 0.1 秒，支援地下室斷網定時輪詢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235440"/>
            <a:ext cx="1362456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功能運作論述 · 嚴格恪遵法定雙門檻（戶數過半且坪數過半），投票瞬間鎖定專有坪數快照，結合服務台換機解綁完成會中表決風控。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19604" cy="10692079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362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階段三 · 會後計票投影、官方報表與抗災存證功能模組</a:t>
            </a:r>
          </a:p>
          <a:p>
            <a:pPr>
              <a:spcBef>
                <a:spcPts val="600"/>
              </a:spcBef>
              <a:defRPr sz="2800" b="1">
                <a:solidFill>
                  <a:srgbClr val="0F172A"/>
                </a:solidFill>
              </a:defRPr>
            </a:pPr>
            <a:r>
              <a:t>現場大螢幕即時計票戰情室、A3 法定呈報表與離線高密度 QR 碼</a:t>
            </a:r>
          </a:p>
          <a:p>
            <a:pPr>
              <a:spcBef>
                <a:spcPts val="400"/>
              </a:spcBef>
              <a:defRPr sz="1600" b="1">
                <a:solidFill>
                  <a:srgbClr val="0284C7"/>
                </a:solidFill>
              </a:defRPr>
            </a:pPr>
            <a:r>
              <a:t>投開票公開透明零爭議，散會即產出報表簽署，完全斷網相機直掃還原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📺 大螢幕即時計票戰情室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投影即時開票 · 全場公開公證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住戶手機投票送出，大螢幕長條圖毫秒級同步跳動刷新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動態顯示出席戶數、出席坪數、各案贊成/反對票數與持分佔比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即時指示雙門檻達成進度，全場公證見證，徹底消除黑箱疑慮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計票等待時間自傳統紙本人工唱票的 3~4 小時降至 0 秒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【核心指標】大會投開票議事時間縮減 70% 以上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📑 A3 橫式法定決議公報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對齊新北市工務局報備標準規範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官方橫向 A3 排版，單頁匯總開會時間地點、出席率與表決結果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各案贊成、反對、棄權之戶數與持分坪數完全對齊地政清冊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閉幕現場一鍵列印彩色列印，主任委員與大會總幹事當場簽署生效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免除大會結束後耗費數週彙整與人工核對算票的行政沉重負擔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【核心指標】大會決議報表 0 秒自動編排，散會即印即簽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468880"/>
            <a:ext cx="4297680" cy="6400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🔲 離線高密度結算 QR 憑證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300" b="1">
                <a:solidFill>
                  <a:srgbClr val="0369A1"/>
                </a:solidFill>
              </a:defRPr>
            </a:pPr>
            <a:r>
              <a:t>LZ-String 壓縮 · 斷網相機秒解讀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將全場大會時間、地點、成會率、全體表決數據濃縮為單一 QR 碼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任何手機原廠相機在斷網無伺服器環境下，100% 完整解讀還原報表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內建 SHA 數位防偽校驗簽章，具備防紙本造假竄改之不可逆檢驗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大會正式上線前具備「一鍵淨空」：清空選票重置報到，0 歷史污染</a:t>
            </a:r>
          </a:p>
          <a:p>
            <a:pPr>
              <a:spcBef>
                <a:spcPts val="1600"/>
              </a:spcBef>
              <a:defRPr sz="1200" b="1">
                <a:solidFill>
                  <a:srgbClr val="0284C7"/>
                </a:solidFill>
              </a:defRPr>
            </a:pPr>
            <a:r>
              <a:t>【核心指標】100% 離線抗災還原，大會總幹事 33 項驗收全綠燈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235440"/>
            <a:ext cx="1362456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功能運作論述 · 動態長條圖縮減 70% 議程時間，A3 法定報表會後立即簽報工務局，高密度 QR 碼實現 100% 離線抗災還原。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